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howGuides="1">
      <p:cViewPr varScale="1">
        <p:scale>
          <a:sx n="106" d="100"/>
          <a:sy n="106" d="100"/>
        </p:scale>
        <p:origin x="1336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85367D-97F2-D4EC-4819-6F816E3D1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AB77CB-8C7B-2D1F-1D0B-D8E88A233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E5354B-8C47-A4E1-3BC8-010480AE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4C065A-EA51-2F48-AD7A-204D73B5C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1B1ABF-61AC-46BF-9874-C71E19F1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1158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05051-706C-F353-79A8-33E50ABB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4F62AC-606D-1B81-4020-E17D87F83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11365F-8F51-7750-CED1-D8C321F05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F81665-3826-B16A-8E3F-68BF378EB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168EBD-0938-46A7-279F-4107DE33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53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EDDD9-F557-AA38-393D-43AF58376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03F058-BAC3-4AB8-A395-0CC185D08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673446-C17E-C5BE-DDEF-0FB86CC6F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B31607-E1B9-FD0C-2D2A-CC8493775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B1AA2B-1648-0E46-C54A-3B1FEC675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18066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D91AD-A529-95B8-9990-3FE61F590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F51670-7C7B-496F-0302-4FC330536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475783-AAF0-FAD8-228B-F2427CEB4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847A36-97FA-5973-B0EA-E82B0B6F4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D0035C-18E6-AFD7-2787-99C95694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0771E9F-3EDD-5241-E4BB-FF097C4E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67601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351921-6AFE-8552-A526-47448E41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B99F9CE-85E0-DA47-C0F9-AC00DD3EA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A15989-F5C5-D1FC-D881-30A4FF9D4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89F628E-EA7A-1A59-FABA-2E7D7CB15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3D37293-641B-011B-7F0F-2931F1732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8DB3A49-CB4C-64F3-0AF2-417547A3F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863D0D5-E5BE-A02F-9537-9445BFE6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CA40853-11E3-700D-A920-359FE2A4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703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716B51-8081-EED1-7A0F-37393E4F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46001EC-5DC5-EE95-95D6-B213CEE7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2246202-B896-CD2A-5AA6-89240103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F5866C2-015C-6DE8-FEA0-047AC794B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810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16A7452-1121-6E3E-7FC0-053FCB4A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917F474-8580-117A-E7A9-B6CC93CC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426437-08D9-4940-9539-613F7E91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7162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7677BD-C5AC-791F-0546-E039BAF5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A8423C-D5EC-6AD3-6A68-3703C1E98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1E1861B-8FCF-69E8-203D-C16F5F4DF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84CDBD0-5E8A-9943-3D0C-033387BA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61E26B-A711-A5FF-03EA-DA9872F19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E30A91-CBC2-BE9F-03C5-B51554EA5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9529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271799-735C-055B-FBCC-AE0290F1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A3BD413-D9F5-FA85-2B5F-BFB25F0826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C64A9B1-C278-8F75-7FEA-585555A41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7A9C6DE-BA5F-D37D-AA3F-B2507A912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6DDF50-61BD-379D-D624-4E5E8F5F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53E866-D1EF-50F1-EB97-73C9E666F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1833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3E424D-7E8B-9101-E32D-421ED408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722DB4A-7D5E-6B0D-C10A-7D42558A2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C846C1-A1B8-A328-844A-E26284A3B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16ED91-A274-1F1F-A79B-A63A28301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725287-55BB-FCF5-5074-07204AA4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8048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7E3A14E-A356-8994-CAD7-B4F3BA2BA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570848-E67F-42E3-1455-6E18890C4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B3DA48-8A64-16D4-D144-20B1B786D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A6F824-F13A-44DC-3459-2A628B3A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21CFC4-DBF3-B147-039A-48CD5447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9519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D86545-6C89-6417-5D2A-969C1D389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01BF73-C765-AA33-22DC-3781076BD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6C174E-06D4-2E4E-28D4-214E7405E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6F2E9-DDDC-0048-B915-B07386784F1E}" type="datetimeFigureOut"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340823-5258-6204-F3AD-63B047A74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5CFA7D-A54E-FAD7-0518-F38894192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34012-9DDE-C149-A17D-CC137B6539A8}" type="slidenum"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15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ubonplus.fubon.com/DigiCardFront/preview/show?DCID=683a668e-58ea-4a39-83fa-8371f1b96c3f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58B3FBC-A338-C3DC-697A-3036446A0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03" y="0"/>
            <a:ext cx="3083719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8221058-B25F-9D14-7D32-2AFEAAFA5E4A}"/>
              </a:ext>
            </a:extLst>
          </p:cNvPr>
          <p:cNvSpPr txBox="1"/>
          <p:nvPr/>
        </p:nvSpPr>
        <p:spPr>
          <a:xfrm>
            <a:off x="3597442" y="625642"/>
            <a:ext cx="33799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/>
              <a:t>目前畫面設定為</a:t>
            </a:r>
            <a:r>
              <a:rPr kumimoji="1" lang="en-US" altLang="zh-TW"/>
              <a:t>1080*2400</a:t>
            </a:r>
          </a:p>
          <a:p>
            <a:r>
              <a:rPr kumimoji="1" lang="zh-TW" altLang="en-US"/>
              <a:t>底版切割上下：</a:t>
            </a:r>
            <a:r>
              <a:rPr kumimoji="1" lang="en-US" altLang="zh-TW"/>
              <a:t>header&amp;bottom</a:t>
            </a:r>
          </a:p>
          <a:p>
            <a:r>
              <a:rPr kumimoji="1" lang="zh-TW" altLang="en-US"/>
              <a:t>中間頭像部分：</a:t>
            </a:r>
            <a:r>
              <a:rPr kumimoji="1" lang="en-US" altLang="zh-TW"/>
              <a:t>pic.png</a:t>
            </a:r>
          </a:p>
          <a:p>
            <a:r>
              <a:rPr kumimoji="1" lang="zh-TW" altLang="en-US"/>
              <a:t>綠色的色號：</a:t>
            </a:r>
            <a:r>
              <a:rPr kumimoji="1" lang="en" altLang="zh-TW"/>
              <a:t>009c44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3A723F-170E-71F5-FCF3-D52EB5D07B55}"/>
              </a:ext>
            </a:extLst>
          </p:cNvPr>
          <p:cNvSpPr txBox="1"/>
          <p:nvPr/>
        </p:nvSpPr>
        <p:spPr>
          <a:xfrm>
            <a:off x="3496337" y="2723706"/>
            <a:ext cx="46793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/>
              <a:t>資訊先依這樣的內容做編排，</a:t>
            </a:r>
            <a:endParaRPr kumimoji="1" lang="en-US" altLang="zh-TW"/>
          </a:p>
          <a:p>
            <a:r>
              <a:rPr kumimoji="1" lang="zh-TW" altLang="en-US"/>
              <a:t>如果有斷行或跳行問題，請先告知我</a:t>
            </a:r>
            <a:endParaRPr kumimoji="1" lang="en-US" altLang="zh-TW"/>
          </a:p>
          <a:p>
            <a:r>
              <a:rPr kumimoji="1" lang="zh-TW" altLang="en-US"/>
              <a:t>資訊</a:t>
            </a:r>
            <a:r>
              <a:rPr kumimoji="1" lang="en-US" altLang="zh-TW"/>
              <a:t>icon</a:t>
            </a:r>
            <a:r>
              <a:rPr kumimoji="1" lang="zh-TW" altLang="en-US"/>
              <a:t>部分依序為：</a:t>
            </a:r>
            <a:endParaRPr kumimoji="1" lang="en-US" altLang="zh-TW"/>
          </a:p>
          <a:p>
            <a:r>
              <a:rPr kumimoji="1" lang="en-US" altLang="zh-TW"/>
              <a:t>phone_icon</a:t>
            </a:r>
          </a:p>
          <a:p>
            <a:r>
              <a:rPr kumimoji="1" lang="en-US" altLang="zh-TW"/>
              <a:t>tel_icon</a:t>
            </a:r>
          </a:p>
          <a:p>
            <a:r>
              <a:rPr kumimoji="1" lang="en-US" altLang="zh-TW"/>
              <a:t>mail_icon</a:t>
            </a:r>
          </a:p>
          <a:p>
            <a:r>
              <a:rPr kumimoji="1" lang="en-US" altLang="zh-TW"/>
              <a:t>add_icon</a:t>
            </a:r>
          </a:p>
          <a:p>
            <a:r>
              <a:rPr kumimoji="1" lang="en-US" altLang="zh-TW"/>
              <a:t>web_icon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E9C459-5032-57FE-7D35-C7683A78CFFD}"/>
              </a:ext>
            </a:extLst>
          </p:cNvPr>
          <p:cNvSpPr/>
          <p:nvPr/>
        </p:nvSpPr>
        <p:spPr>
          <a:xfrm>
            <a:off x="96253" y="2273968"/>
            <a:ext cx="3344778" cy="2758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CBE949-B1A8-90D1-B5CD-2C95AACAD69B}"/>
              </a:ext>
            </a:extLst>
          </p:cNvPr>
          <p:cNvSpPr/>
          <p:nvPr/>
        </p:nvSpPr>
        <p:spPr>
          <a:xfrm>
            <a:off x="2002349" y="5125452"/>
            <a:ext cx="1377428" cy="481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A9A1520-7BF7-5203-9AAF-F0A55C35C86C}"/>
              </a:ext>
            </a:extLst>
          </p:cNvPr>
          <p:cNvSpPr txBox="1"/>
          <p:nvPr/>
        </p:nvSpPr>
        <p:spPr>
          <a:xfrm>
            <a:off x="3604621" y="5202211"/>
            <a:ext cx="4679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/>
              <a:t>QR</a:t>
            </a:r>
            <a:r>
              <a:rPr kumimoji="1" lang="zh-TW" altLang="en-US"/>
              <a:t>部分點擊後彈出大一點的專屬</a:t>
            </a:r>
            <a:r>
              <a:rPr kumimoji="1" lang="en-US" altLang="zh-TW"/>
              <a:t>QR</a:t>
            </a:r>
          </a:p>
          <a:p>
            <a:r>
              <a:rPr kumimoji="1" lang="en-US" altLang="zh-TW"/>
              <a:t>Share</a:t>
            </a:r>
            <a:r>
              <a:rPr kumimoji="1" lang="zh-TW" altLang="en-US"/>
              <a:t>部分點擊後依照程式插件呈現</a:t>
            </a:r>
            <a:endParaRPr kumimoji="1" lang="en-US" altLang="zh-TW"/>
          </a:p>
          <a:p>
            <a:r>
              <a:rPr kumimoji="1" lang="zh-TW" altLang="en-US"/>
              <a:t>這部分參考富邦： </a:t>
            </a:r>
            <a:endParaRPr kumimoji="1" lang="en-US" altLang="zh-TW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AE78DA9-4F5B-2024-7692-703836A8C68F}"/>
              </a:ext>
            </a:extLst>
          </p:cNvPr>
          <p:cNvSpPr txBox="1"/>
          <p:nvPr/>
        </p:nvSpPr>
        <p:spPr>
          <a:xfrm>
            <a:off x="3604621" y="6125541"/>
            <a:ext cx="6100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>
                <a:hlinkClick r:id="rId3"/>
              </a:rPr>
              <a:t>https://fubonplus.fubon.com/DigiCardFront/preview/show?DCID=683a668e-58ea-4a39-83fa-8371f1b96c3f</a:t>
            </a:r>
            <a:endParaRPr lang="en-US" altLang="zh-TW" sz="180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CDE390BC-95E8-A8CF-FFFE-52A622E61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791" y="2942240"/>
            <a:ext cx="2572308" cy="266447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1E81E8C6-EDB1-E24C-D949-2108D00C8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638" y="1850747"/>
            <a:ext cx="1842799" cy="37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82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115</Words>
  <Application>Microsoft Macintosh PowerPoint</Application>
  <PresentationFormat>寬螢幕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繁恩 孟</dc:creator>
  <cp:lastModifiedBy>繁恩 孟</cp:lastModifiedBy>
  <cp:revision>1</cp:revision>
  <dcterms:created xsi:type="dcterms:W3CDTF">2026-04-07T06:31:12Z</dcterms:created>
  <dcterms:modified xsi:type="dcterms:W3CDTF">2026-04-07T06:37:40Z</dcterms:modified>
</cp:coreProperties>
</file>